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4B78"/>
                </a:solidFill>
                <a:latin typeface="Calibri"/>
              </a:defRPr>
            </a:pPr>
            <a:r>
              <a:t>Business Profile &amp; Infrastructure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190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9696"/>
                </a:solidFill>
                <a:latin typeface="Calibri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Manufactures automotive components.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Serves North America, Europe, and Asia.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Operates 3 plants with combined capacity of 500k units/year.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ISO 9001 &amp; IATF certified facilities.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End-users include major automotive OEMs.</a:t>
            </a:r>
          </a:p>
        </p:txBody>
      </p:sp>
      <p:pic>
        <p:nvPicPr>
          <p:cNvPr id="6" name="Picture 5" descr="temp_im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4B78"/>
                </a:solidFill>
                <a:latin typeface="Calibri"/>
              </a:defRPr>
            </a:pPr>
            <a:r>
              <a:t>Financial &amp; Operational Scale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190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9696"/>
                </a:solidFill>
                <a:latin typeface="Calibri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Revenue of $150M in 2022, up 10% from 2021.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EBITDA margin of 18.5% in 2022.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Headcount of 1,200 employees across operations.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Asset base valued at $300M with recent CAPEX of $50M for expansion.</a:t>
            </a:r>
          </a:p>
        </p:txBody>
      </p:sp>
      <p:pic>
        <p:nvPicPr>
          <p:cNvPr id="6" name="Picture 5" descr="temp_im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4B78"/>
                </a:solidFill>
                <a:latin typeface="Calibri"/>
              </a:defRPr>
            </a:pPr>
            <a:r>
              <a:t>Investment Highlights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1905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69696"/>
                </a:solidFill>
                <a:latin typeface="Calibri"/>
              </a:defRPr>
            </a:pPr>
            <a:r>
              <a:t>Strictly Private &amp; Confidential – Prepared by Kelp M&amp;A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Patented manufacturing process reduces costs by 20%.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Key client: Ford Motor Company, with long-term supply agreement.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Order book for next 12 months exceeds $200M.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Management team has over 100 years of combined experience in automotive industry.</a:t>
            </a:r>
          </a:p>
        </p:txBody>
      </p:sp>
      <p:pic>
        <p:nvPicPr>
          <p:cNvPr id="6" name="Picture 5" descr="temp_im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