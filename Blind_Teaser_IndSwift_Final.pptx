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Pharmaceutical company headquartered in Chandigarh, India with two manufacturing facilities.</a:t>
            </a:r>
          </a:p>
          <a:p>
            <a:pPr>
              <a:spcAft>
                <a:spcPts val="1200"/>
              </a:spcAft>
              <a:defRPr sz="1100">
                <a:solidFill>
                  <a:srgbClr val="3C3C3C"/>
                </a:solidFill>
                <a:latin typeface="Arial"/>
              </a:defRPr>
            </a:pPr>
            <a:r>
              <a:t>■ Compliance with global operating standards.</a:t>
            </a:r>
          </a:p>
          <a:p>
            <a:pPr>
              <a:spcAft>
                <a:spcPts val="1200"/>
              </a:spcAft>
              <a:defRPr sz="1100">
                <a:solidFill>
                  <a:srgbClr val="3C3C3C"/>
                </a:solidFill>
                <a:latin typeface="Arial"/>
              </a:defRPr>
            </a:pPr>
            <a:r>
              <a:t>■ End-use industries include healthcare and research institutions.</a:t>
            </a:r>
          </a:p>
          <a:p>
            <a:pPr>
              <a:spcAft>
                <a:spcPts val="1200"/>
              </a:spcAft>
              <a:defRPr sz="1100">
                <a:solidFill>
                  <a:srgbClr val="3C3C3C"/>
                </a:solidFill>
                <a:latin typeface="Arial"/>
              </a:defRPr>
            </a:pPr>
            <a:r>
              <a:t>■ Geographic presence includes Chandigarh, India as headquarters.</a:t>
            </a:r>
          </a:p>
          <a:p>
            <a:pPr>
              <a:spcAft>
                <a:spcPts val="1200"/>
              </a:spcAft>
              <a:defRPr sz="1100">
                <a:solidFill>
                  <a:srgbClr val="3C3C3C"/>
                </a:solidFill>
                <a:latin typeface="Arial"/>
              </a:defRPr>
            </a:pPr>
            <a:r>
              <a:t>■ Certifications or standards adherence is mandatory for operations.</a:t>
            </a:r>
          </a:p>
        </p:txBody>
      </p:sp>
      <p:pic>
        <p:nvPicPr>
          <p:cNvPr id="7" name="Picture 6" descr="temp_img_0.jpg"/>
          <p:cNvPicPr>
            <a:picLocks noChangeAspect="1"/>
          </p:cNvPicPr>
          <p:nvPr/>
        </p:nvPicPr>
        <p:blipFill>
          <a:blip r:embed="rId2"/>
          <a:stretch>
            <a:fillRect/>
          </a:stretch>
        </p:blipFill>
        <p:spPr>
          <a:xfrm>
            <a:off x="5029200" y="1371600"/>
            <a:ext cx="4114800" cy="30861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FINAN0CIAL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Return on Investment (ROI) in 2024: 5.43%</a:t>
            </a:r>
          </a:p>
          <a:p>
            <a:pPr>
              <a:spcAft>
                <a:spcPts val="1200"/>
              </a:spcAft>
              <a:defRPr sz="1100">
                <a:solidFill>
                  <a:srgbClr val="3C3C3C"/>
                </a:solidFill>
                <a:latin typeface="Arial"/>
              </a:defRPr>
            </a:pPr>
            <a:r>
              <a:t>■ Return on Capital Employed (ROCE) in 2024: 0.74%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Completed milestones include facility expansions and technology upgrades.</a:t>
            </a:r>
          </a:p>
          <a:p>
            <a:pPr>
              <a:spcAft>
                <a:spcPts val="1200"/>
              </a:spcAft>
              <a:defRPr sz="1100">
                <a:solidFill>
                  <a:srgbClr val="3C3C3C"/>
                </a:solidFill>
                <a:latin typeface="Arial"/>
              </a:defRPr>
            </a:pPr>
            <a:r>
              <a:t>■ Management experience spans over 10 years in the pharmaceutical sector.</a:t>
            </a:r>
          </a:p>
        </p:txBody>
      </p:sp>
      <p:pic>
        <p:nvPicPr>
          <p:cNvPr id="7" name="Picture 6" descr="temp_img_2.jpg"/>
          <p:cNvPicPr>
            <a:picLocks noChangeAspect="1"/>
          </p:cNvPicPr>
          <p:nvPr/>
        </p:nvPicPr>
        <p:blipFill>
          <a:blip r:embed="rId2"/>
          <a:stretch>
            <a:fillRect/>
          </a:stretch>
        </p:blipFill>
        <p:spPr>
          <a:xfrm>
            <a:off x="5029200" y="1371600"/>
            <a:ext cx="4114800" cy="30861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