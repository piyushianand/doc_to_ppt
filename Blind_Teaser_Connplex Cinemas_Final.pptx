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business operates in the entertainment sector.</a:t>
            </a:r>
          </a:p>
          <a:p>
            <a:pPr>
              <a:spcAft>
                <a:spcPts val="1200"/>
              </a:spcAft>
              <a:defRPr sz="1100">
                <a:solidFill>
                  <a:srgbClr val="3C3C3C"/>
                </a:solidFill>
                <a:latin typeface="Arial"/>
              </a:defRPr>
            </a:pPr>
            <a:r>
              <a:t>■ It provides cinematic experiences across multiple locations.</a:t>
            </a:r>
          </a:p>
          <a:p>
            <a:pPr>
              <a:spcAft>
                <a:spcPts val="1200"/>
              </a:spcAft>
              <a:defRPr sz="1100">
                <a:solidFill>
                  <a:srgbClr val="3C3C3C"/>
                </a:solidFill>
                <a:latin typeface="Arial"/>
              </a:defRPr>
            </a:pPr>
            <a:r>
              <a:t>■ The business has a significant physical presence in the region it operates.</a:t>
            </a:r>
          </a:p>
          <a:p>
            <a:pPr>
              <a:spcAft>
                <a:spcPts val="1200"/>
              </a:spcAft>
              <a:defRPr sz="1100">
                <a:solidFill>
                  <a:srgbClr val="3C3C3C"/>
                </a:solidFill>
                <a:latin typeface="Arial"/>
              </a:defRPr>
            </a:pPr>
            <a:r>
              <a:t>■ It adheres to industry standards and certifications for operations.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business's Revenue From Operations increased significantly from 2022 to 2025.</a:t>
            </a:r>
          </a:p>
          <a:p>
            <a:pPr>
              <a:spcAft>
                <a:spcPts val="1200"/>
              </a:spcAft>
              <a:defRPr sz="1100">
                <a:solidFill>
                  <a:srgbClr val="3C3C3C"/>
                </a:solidFill>
                <a:latin typeface="Arial"/>
              </a:defRPr>
            </a:pPr>
            <a:r>
              <a:t>■ Operating EBITDA also saw a significant increase, peaked in 2024 and slightly decreased in 2025.</a:t>
            </a:r>
          </a:p>
          <a:p>
            <a:pPr>
              <a:spcAft>
                <a:spcPts val="1200"/>
              </a:spcAft>
              <a:defRPr sz="1100">
                <a:solidFill>
                  <a:srgbClr val="3C3C3C"/>
                </a:solidFill>
                <a:latin typeface="Arial"/>
              </a:defRPr>
            </a:pPr>
            <a:r>
              <a:t>■ PAT Margin experienced fluctuations, with an increase observed in 2024 and 2025 after a decrease in the previous year.</a:t>
            </a:r>
          </a:p>
          <a:p>
            <a:pPr>
              <a:spcAft>
                <a:spcPts val="1200"/>
              </a:spcAft>
              <a:defRPr sz="1100">
                <a:solidFill>
                  <a:srgbClr val="3C3C3C"/>
                </a:solidFill>
                <a:latin typeface="Arial"/>
              </a:defRPr>
            </a:pPr>
            <a:r>
              <a:t>■ ROE showed an upward trend, peaking in the same year as Operating EBITDA.</a:t>
            </a:r>
          </a:p>
          <a:p>
            <a:pPr>
              <a:spcAft>
                <a:spcPts val="1200"/>
              </a:spcAft>
              <a:defRPr sz="1100">
                <a:solidFill>
                  <a:srgbClr val="3C3C3C"/>
                </a:solidFill>
                <a:latin typeface="Arial"/>
              </a:defRPr>
            </a:pPr>
            <a:r>
              <a:t>■ Asset Turnover ratio improved progressively over these years.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business has seen an increase in orders received over the years.</a:t>
            </a:r>
          </a:p>
          <a:p>
            <a:pPr>
              <a:spcAft>
                <a:spcPts val="1200"/>
              </a:spcAft>
              <a:defRPr sz="1100">
                <a:solidFill>
                  <a:srgbClr val="3C3C3C"/>
                </a:solidFill>
                <a:latin typeface="Arial"/>
              </a:defRPr>
            </a:pPr>
            <a:r>
              <a:t>■ Capacity or production figures have been on a rise, indicating growth and expansion strategies.</a:t>
            </a:r>
          </a:p>
          <a:p>
            <a:pPr>
              <a:spcAft>
                <a:spcPts val="1200"/>
              </a:spcAft>
              <a:defRPr sz="1100">
                <a:solidFill>
                  <a:srgbClr val="3C3C3C"/>
                </a:solidFill>
                <a:latin typeface="Arial"/>
              </a:defRPr>
            </a:pPr>
            <a:r>
              <a:t>■ The business maintains an order book with significant values across the years mentioned.</a:t>
            </a:r>
          </a:p>
          <a:p>
            <a:pPr>
              <a:spcAft>
                <a:spcPts val="1200"/>
              </a:spcAft>
              <a:defRPr sz="1100">
                <a:solidFill>
                  <a:srgbClr val="3C3C3C"/>
                </a:solidFill>
                <a:latin typeface="Arial"/>
              </a:defRPr>
            </a:pPr>
            <a:r>
              <a:t>■ Management experience spans over several years, contributing to operational stability and growth.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