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operates express model screens and signature/luxuriance models.</a:t>
            </a:r>
          </a:p>
          <a:p>
            <a:pPr>
              <a:spcAft>
                <a:spcPts val="1200"/>
              </a:spcAft>
              <a:defRPr sz="1100">
                <a:solidFill>
                  <a:srgbClr val="3C3C3C"/>
                </a:solidFill>
                <a:latin typeface="Arial"/>
              </a:defRPr>
            </a:pPr>
            <a:r>
              <a:t>■ Franchisees bear capital expenditure for the expansion strategy, with ongoing marketing support provided by the entity.</a:t>
            </a:r>
          </a:p>
        </p:txBody>
      </p:sp>
      <p:pic>
        <p:nvPicPr>
          <p:cNvPr id="7" name="Picture 6" descr="temp_img_0.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From Operations increased significantly from 2022 to 2023 and further in 2024, then slightly decreased in 2025.</a:t>
            </a:r>
          </a:p>
          <a:p>
            <a:pPr>
              <a:spcAft>
                <a:spcPts val="1200"/>
              </a:spcAft>
              <a:defRPr sz="1100">
                <a:solidFill>
                  <a:srgbClr val="3C3C3C"/>
                </a:solidFill>
                <a:latin typeface="Arial"/>
              </a:defRPr>
            </a:pPr>
            <a:r>
              <a:t>■ Operating EBITDA peaked in 2024 after significant increases since 2022 before a slight decrease in the following 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has received orders with customer and value details, including duration.</a:t>
            </a:r>
          </a:p>
          <a:p>
            <a:pPr>
              <a:spcAft>
                <a:spcPts val="1200"/>
              </a:spcAft>
              <a:defRPr sz="1100">
                <a:solidFill>
                  <a:srgbClr val="3C3C3C"/>
                </a:solidFill>
                <a:latin typeface="Arial"/>
              </a:defRPr>
            </a:pPr>
            <a:r>
              <a:t>■ Capacity or production figures are not mentioned for the entity's operations.</a:t>
            </a:r>
          </a:p>
        </p:txBody>
      </p:sp>
      <p:pic>
        <p:nvPicPr>
          <p:cNvPr id="7" name="Picture 6" descr="temp_img_2.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