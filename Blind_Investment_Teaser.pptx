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Profile &amp;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Target Company is a leading manufacturer of innovative products in the Industrial Equipment sector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&amp; Operational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Revenues have grown at an annual rate of 15% over the past 3 years, with operating margins expanding by 8% during this period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Target Company's industrial equipment products are used in diverse end markets across North America and Europe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