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Profile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Target Company is a leading provider of innovative solutions in the agriculture industry.</a:t>
            </a:r>
          </a:p>
          <a:p>
            <a:pPr lvl="1"/>
            <a:r>
              <a:t>The company has a strong presence in 15 countries across Asia and Latin America.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&amp; Operational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Target Company has achieved significant growth in its revenue over the past 5 years.</a:t>
            </a:r>
          </a:p>
          <a:p>
            <a:pPr lvl="1"/>
            <a:r>
              <a:t>The company's manufacturing capacity has been expanded to support increased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Target Company has established a strong market position in its core product segments.</a:t>
            </a:r>
          </a:p>
          <a:p>
            <a:pPr lvl="1"/>
            <a:r>
              <a:t>The company's innovative solutions have received positive feedback from customers and partners.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