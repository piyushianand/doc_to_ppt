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operates in the steel manufacturing sector.</a:t>
            </a:r>
          </a:p>
          <a:p>
            <a:pPr>
              <a:spcAft>
                <a:spcPts val="1200"/>
              </a:spcAft>
              <a:defRPr sz="1100">
                <a:solidFill>
                  <a:srgbClr val="3C3C3C"/>
                </a:solidFill>
                <a:latin typeface="Arial"/>
              </a:defRPr>
            </a:pPr>
            <a:r>
              <a:t>■ It has a production capacity of 1.2 million tonnes per annum.</a:t>
            </a:r>
          </a:p>
          <a:p>
            <a:pPr>
              <a:spcAft>
                <a:spcPts val="1200"/>
              </a:spcAft>
              <a:defRPr sz="1100">
                <a:solidFill>
                  <a:srgbClr val="3C3C3C"/>
                </a:solidFill>
                <a:latin typeface="Arial"/>
              </a:defRPr>
            </a:pPr>
            <a:r>
              <a:t>■ certifications include ISO9001 and OHSAS 18001 certification standards.</a:t>
            </a:r>
          </a:p>
          <a:p>
            <a:pPr>
              <a:spcAft>
                <a:spcPts val="1200"/>
              </a:spcAft>
              <a:defRPr sz="1100">
                <a:solidFill>
                  <a:srgbClr val="3C3C3C"/>
                </a:solidFill>
                <a:latin typeface="Arial"/>
              </a:defRPr>
            </a:pPr>
            <a:r>
              <a:t>■ The company serves the automotive, construction, and energy industries.</a:t>
            </a:r>
          </a:p>
          <a:p>
            <a:pPr>
              <a:spcAft>
                <a:spcPts val="1200"/>
              </a:spcAft>
              <a:defRPr sz="1100">
                <a:solidFill>
                  <a:srgbClr val="3C3C3C"/>
                </a:solidFill>
                <a:latin typeface="Arial"/>
              </a:defRPr>
            </a:pPr>
            <a:r>
              <a:t>■ Headquarters are located in Chennai, India.</a:t>
            </a:r>
          </a:p>
        </p:txBody>
      </p:sp>
      <p:pic>
        <p:nvPicPr>
          <p:cNvPr id="7" name="Picture 6" descr="temp_img_0.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for 2025: $1.3 billion.</a:t>
            </a:r>
          </a:p>
          <a:p>
            <a:pPr>
              <a:spcAft>
                <a:spcPts val="1200"/>
              </a:spcAft>
              <a:defRPr sz="1100">
                <a:solidFill>
                  <a:srgbClr val="3C3C3C"/>
                </a:solidFill>
                <a:latin typeface="Arial"/>
              </a:defRPr>
            </a:pPr>
            <a:r>
              <a:t>■ EBITDA margin in 2025 was reported at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secured a contract worth $20 million for the next 5 years.</a:t>
            </a:r>
          </a:p>
          <a:p>
            <a:pPr>
              <a:spcAft>
                <a:spcPts val="1200"/>
              </a:spcAft>
              <a:defRPr sz="1100">
                <a:solidFill>
                  <a:srgbClr val="3C3C3C"/>
                </a:solidFill>
                <a:latin typeface="Arial"/>
              </a:defRPr>
            </a:pPr>
            <a:r>
              <a:t>■ An order book of steel products valued at $1.8 billion is currently pending with customers.</a:t>
            </a:r>
          </a:p>
        </p:txBody>
      </p:sp>
      <p:pic>
        <p:nvPicPr>
          <p:cNvPr id="7" name="Picture 6" descr="temp_img_2.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