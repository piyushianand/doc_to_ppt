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is an Indian electronics system design and manufacturing entity.</a:t>
            </a:r>
          </a:p>
          <a:p>
            <a:pPr>
              <a:spcAft>
                <a:spcPts val="1200"/>
              </a:spcAft>
              <a:defRPr sz="1100">
                <a:solidFill>
                  <a:srgbClr val="3C3C3C"/>
                </a:solidFill>
                <a:latin typeface="Arial"/>
              </a:defRPr>
            </a:pPr>
            <a:r>
              <a:t>■ Produces subsystems, microelectronics, LCD monitors, CCTV cameras for various industries including transportation, security, automot0.9308</a:t>
            </a:r>
          </a:p>
          <a:p>
            <a:pPr>
              <a:spcAft>
                <a:spcPts val="1200"/>
              </a:spcAft>
              <a:defRPr sz="1100">
                <a:solidFill>
                  <a:srgbClr val="3C3C3C"/>
                </a:solidFill>
                <a:latin typeface="Arial"/>
              </a:defRPr>
            </a:pPr>
            <a:r>
              <a:t>■ The entity has facilities in India with a capacity of 10 million units per year.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Asset Turnover in 2023 was recorded as a value of 0.9308.</a:t>
            </a:r>
          </a:p>
          <a:p>
            <a:pPr>
              <a:spcAft>
                <a:spcPts val="1200"/>
              </a:spcAft>
              <a:defRPr sz="1100">
                <a:solidFill>
                  <a:srgbClr val="3C3C3C"/>
                </a:solidFill>
                <a:latin typeface="Arial"/>
              </a:defRPr>
            </a:pPr>
            <a:r>
              <a:t>■ Inventory Days, Receivable Days and Payable Days were not available for all years.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entity has received orders worth 50 million units in the year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