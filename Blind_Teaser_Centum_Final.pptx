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operates in the electronics sector.</a:t>
            </a:r>
          </a:p>
          <a:p>
            <a:pPr>
              <a:spcAft>
                <a:spcPts val="1200"/>
              </a:spcAft>
              <a:defRPr sz="1100">
                <a:solidFill>
                  <a:srgbClr val="3C3C3C"/>
                </a:solidFill>
                <a:latin typeface="Arial"/>
              </a:defRPr>
            </a:pPr>
            <a:r>
              <a:t>■ It has a manufacturing facility with significant capacity.</a:t>
            </a:r>
          </a:p>
        </p:txBody>
      </p:sp>
      <p:pic>
        <p:nvPicPr>
          <p:cNvPr id="7" name="Picture 6" descr="temp_img_0.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company's revenue for 2019 was X dollars.</a:t>
            </a:r>
          </a:p>
          <a:p>
            <a:pPr>
              <a:spcAft>
                <a:spcPts val="1200"/>
              </a:spcAft>
              <a:defRPr sz="1100">
                <a:solidFill>
                  <a:srgbClr val="3C3C3C"/>
                </a:solidFill>
                <a:latin typeface="Arial"/>
              </a:defRPr>
            </a:pPr>
            <a:r>
              <a:t>■ Net profit in the year Y amounted to Z dollars.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has a robust order book with an increasing trend.</a:t>
            </a:r>
          </a:p>
          <a:p>
            <a:pPr>
              <a:spcAft>
                <a:spcPts val="1200"/>
              </a:spcAft>
              <a:defRPr sz="1100">
                <a:solidFill>
                  <a:srgbClr val="3C3C3C"/>
                </a:solidFill>
                <a:latin typeface="Arial"/>
              </a:defRPr>
            </a:pPr>
            <a:r>
              <a:t>■ Management team consists of individuals with over N years of experience in the industry.</a:t>
            </a:r>
          </a:p>
        </p:txBody>
      </p:sp>
      <p:pic>
        <p:nvPicPr>
          <p:cNvPr id="7" name="Picture 6" descr="temp_img_2.jpg"/>
          <p:cNvPicPr>
            <a:picLocks noChangeAspect="1"/>
          </p:cNvPicPr>
          <p:nvPr/>
        </p:nvPicPr>
        <p:blipFill>
          <a:blip r:embed="rId2"/>
          <a:stretch>
            <a:fillRect/>
          </a:stretch>
        </p:blipFill>
        <p:spPr>
          <a:xfrm>
            <a:off x="5029200" y="1371600"/>
            <a:ext cx="4114800" cy="30861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