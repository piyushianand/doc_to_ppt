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BUSINESS PROFILE &amp; INFRASTRUCTURE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is engaged in surface and air express logistics.</a:t>
            </a:r>
          </a:p>
          <a:p>
            <a:pPr>
              <a:spcAft>
                <a:spcPts val="1200"/>
              </a:spcAft>
              <a:defRPr sz="1100">
                <a:solidFill>
                  <a:srgbClr val="3C3C3C"/>
                </a:solidFill>
                <a:latin typeface="Arial"/>
              </a:defRPr>
            </a:pPr>
            <a:r>
              <a:t>■ It has a strong presence across Asia with offices in China, Singapore, Japan, Dubai, Hong Kong, Thailand, Nepal, and Sri Lanka.</a:t>
            </a:r>
          </a:p>
          <a:p>
            <a:pPr>
              <a:spcAft>
                <a:spcPts val="1200"/>
              </a:spcAft>
              <a:defRPr sz="1100">
                <a:solidFill>
                  <a:srgbClr val="3C3C3C"/>
                </a:solidFill>
                <a:latin typeface="Arial"/>
              </a:defRPr>
            </a:pPr>
            <a:r>
              <a:t>■ The company operates facilities that provide connectivity through air, road, ocean, and rail for quality services to customers.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FINANCIAL &amp; OPERATIONAL SCALE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Total Assets: $7295.6 million in 2025.</a:t>
            </a:r>
          </a:p>
          <a:p>
            <a:pPr>
              <a:spcAft>
                <a:spcPts val="1200"/>
              </a:spcAft>
              <a:defRPr sz="1100">
                <a:solidFill>
                  <a:srgbClr val="3C3C3C"/>
                </a:solidFill>
                <a:latin typeface="Arial"/>
              </a:defRPr>
            </a:pPr>
            <a:r>
              <a:t>■ Total Equity: $1302.2 million in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INVESTMENT HIGHLIGHTS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has received significant orders, with values and durations that are not specified in the provided data.</a:t>
            </a:r>
          </a:p>
          <a:p>
            <a:pPr>
              <a:spcAft>
                <a:spcPts val="1200"/>
              </a:spcAft>
              <a:defRPr sz="1100">
                <a:solidFill>
                  <a:srgbClr val="3C3C3C"/>
                </a:solidFill>
                <a:latin typeface="Arial"/>
              </a:defRPr>
            </a:pPr>
            <a:r>
              <a:t>■ Capacity or production figures have been optimized to enhance efficiency within its facilities.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